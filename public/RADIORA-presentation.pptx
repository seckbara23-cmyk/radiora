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 de priorité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Connexion</c:v>
                  </c:pt>
                  <c:pt idx="1">
                    <c:v>Profil</c:v>
                  </c:pt>
                  <c:pt idx="2">
                    <c:v>Dictée / Upload</c:v>
                  </c:pt>
                  <c:pt idx="3">
                    <c:v>Transcription IA</c:v>
                  </c:pt>
                  <c:pt idx="4">
                    <c:v>Traitement texte</c:v>
                  </c:pt>
                  <c:pt idx="5">
                    <c:v>Aperçu / Export</c:v>
                  </c:pt>
                  <c:pt idx="6">
                    <c:v>Envoi sécurisé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2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7620" cap="flat">
              <a:solidFill>
                <a:srgbClr val="D7E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DIORA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58600" y="0"/>
            <a:ext cx="533095" cy="685800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941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radiologie gagne en vitesse, en clarté et en sécurité.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du site web de dictée vocale et de transcription intelligente des comptes-rendus radiologiques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83880" y="1051560"/>
            <a:ext cx="3063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Connexion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58200" y="18745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Bienvenue sur RADIORA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Plateforme sénégalaise au service du compte-rendu radiologique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2743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d'utilisateur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49640" y="2999232"/>
            <a:ext cx="237744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3657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 de passe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3913632"/>
            <a:ext cx="237744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32520" y="473659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82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connecter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sécurisé - mot de passe modifiable après réception par email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 du projet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plateforme unique pour produire, structurer, valider et diffuser les comptes-rendus en radiologie.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5720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RADIORA permet au radiologue de dicter ses observations, d'obtenir une transcription intelligente en temps réel ou à partir d'un fichier audio, puis de transformer ce texte en compte-rendu structuré, validé et partageable.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Bénéfices clés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526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de temps pour le radiologue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Uniformisation du style des comptes-rendus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Réduction des erreurs et des incohérences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sécurisée vers le patient et le médecin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CFE8F7"/>
          </a:solidFill>
          <a:ln w="12700">
            <a:solidFill>
              <a:srgbClr val="CFE8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47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Connexion sécurisée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D9F3EE"/>
          </a:solidFill>
          <a:ln w="12700">
            <a:solidFill>
              <a:srgbClr val="D9F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035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Dictée / Upload audio / Transcription IA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393192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FCECC8"/>
          </a:solidFill>
          <a:ln w="12700">
            <a:solidFill>
              <a:srgbClr val="FCECC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Structuration, validation et export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5120640"/>
            <a:ext cx="4572000" cy="685800"/>
          </a:xfrm>
          <a:prstGeom prst="roundRect">
            <a:avLst>
              <a:gd name="adj" fmla="val 6667"/>
            </a:avLst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53309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 pensée pour l'imagerie: scanner, IRM, radio, échographie...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Parcours utilisateur global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l'accès à la plateforme jusqu'à la diffusion du compte-rendu finalisé.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5087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Authentification sécurisée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 identifiant et mot de passe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6584" y="2697480"/>
            <a:ext cx="292608" cy="384048"/>
          </a:xfrm>
          <a:prstGeom prst="chevron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81528" y="15087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243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Renseignement du radiologue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chargement des modèles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15384" y="2697480"/>
            <a:ext cx="292608" cy="384048"/>
          </a:xfrm>
          <a:prstGeom prst="chevron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15087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Dictée vocale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mobile ou téléversement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d'un fichier MP3 / MP4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44184" y="2697480"/>
            <a:ext cx="292608" cy="384048"/>
          </a:xfrm>
          <a:prstGeom prst="chevron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1508760"/>
            <a:ext cx="502920" cy="50292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Transcription IA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819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audio vers texte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adaptation au style du médecin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72984" y="2697480"/>
            <a:ext cx="292608" cy="384048"/>
          </a:xfrm>
          <a:prstGeom prst="chevron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67928" y="1508760"/>
            <a:ext cx="502920" cy="50292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142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381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Traitement du texte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107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Structuration du contenu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selon le canevas radiologique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01784" y="2697480"/>
            <a:ext cx="292608" cy="384048"/>
          </a:xfrm>
          <a:prstGeom prst="chevron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1965960"/>
            <a:ext cx="1645920" cy="2057400"/>
          </a:xfrm>
          <a:prstGeom prst="roundRect">
            <a:avLst>
              <a:gd name="adj" fmla="val 2778"/>
            </a:avLst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96728" y="1508760"/>
            <a:ext cx="502920" cy="50292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43032" y="16642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669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Aperçu &amp; diffusion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939528" y="2788920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Correction, validation, 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Word/PDF et envoi sécurisé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8006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système accompagne le radiologue sur toute la chaîne de production du compte-rendu, sans rupture entre la saisie, la correction et le partage.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d'ensemble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Ecran d'accueil et de connexion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Première impression du site: identité forte, message rassurant et accès rapide.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486400" cy="4572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389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Bienvenue à RADIORA, la plateforme qui transforme votre dictée radiologique en compte-rendu clair, structuré et prêt à partager.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3977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expérience pensée pour les radiologues, du Sénégal et d'ailleurs.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4389120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7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Accès utilisateur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d'utilisateur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880360"/>
            <a:ext cx="3474720" cy="50292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 de passe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3840480"/>
            <a:ext cx="3474720" cy="50292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Codes transmis par 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 de passe modifiable après connexion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5074920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5230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Connexion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Ecran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Après connexion: tableau de bord principal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L'utilisateur accède aux 3 onglets essentiels du site.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515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515600" cy="59436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91056"/>
            <a:ext cx="2468880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6420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591056"/>
            <a:ext cx="2468880" cy="292608"/>
          </a:xfrm>
          <a:prstGeom prst="roundRect">
            <a:avLst>
              <a:gd name="adj" fmla="val 12500"/>
            </a:avLst>
          </a:prstGeom>
          <a:solidFill>
            <a:srgbClr val="F4B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66420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Dictée vocale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1591056"/>
            <a:ext cx="2468880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66420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Traitement de texte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2468880"/>
            <a:ext cx="2697480" cy="251460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Configurer l'identité du radiologue, la signature, l'établissement et les modèles de comptes-rendus.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468880"/>
            <a:ext cx="2697480" cy="2514600"/>
          </a:xfrm>
          <a:prstGeom prst="rect">
            <a:avLst/>
          </a:prstGeom>
          <a:solidFill>
            <a:srgbClr val="DFF3F0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Dictée vocale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70832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Enregistrer en direct via téléphone ou importer un audio afin d'obtenir une transcription assistée par l'IA.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468880"/>
            <a:ext cx="2697480" cy="2514600"/>
          </a:xfrm>
          <a:prstGeom prst="rect">
            <a:avLst/>
          </a:prstGeom>
          <a:solidFill>
            <a:srgbClr val="FCECC8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Traitement de texte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71232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Relire, corriger, structurer, valider puis exporter ou envoyer le compte-rendu finalisé.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navigation simple et spécialisée, centrée sur le flux réel du radiologue.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Onglet Profil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espace pour personnaliser l'identité médicale, la signature et les références institutionnelles.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663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 à renseigner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5720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et prénom(s)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Titre: Docteur ou Professeur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d'origine et numéro de téléphone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Adresse mail professionnelle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Etablissement / institution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du format de signature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709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Signature paramétrable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4983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Titre + nom complet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Titre + initiales + NOM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4572000" cy="4526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Personnalisation avancée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39776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 de l'entête de l'hôpital ou du service en Word / PDF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 d'établissements prédéfinis ou option 'Autre'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Chargement de modèles de comptes-rendus normaux ou pathologiques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d'apprentissage personnalisée pour l'assistant 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4800600"/>
            <a:ext cx="3657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50109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identité médicale complète et immédiatement réutilisable dans chaque compte-rendu.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Onglet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Onglet Dictée vocale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portes d'entrée pour capter l'information audio et lancer la transcription intelligente.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937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1 - Dictée en direct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1605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Affichage d'un QR code à scanner avec le téléphone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à une interface mobile d'enregistrement vocal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Dictée synchrone avec transcription instantanée par l'IA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Possibilité d'enregistrer les patients l'un après l'autre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44348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5112" y="4507992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4507992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4507992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4654296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64024" y="4654296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4800600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4800600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0328" y="4800600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1416" y="4946904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4946904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5093208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5093208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5093208"/>
            <a:ext cx="10972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542239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4983480" cy="425196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2 - Téléversement audio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42062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de fichiers MP3 ou MP4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Compatible avec dictaphone ou autres dispositifs d'enregistrement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Traitement différé après la dictée de plusieurs patients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Transcription automatique par l'IA dès le téléversement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60920" y="4572000"/>
            <a:ext cx="2651760" cy="59436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47548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Importer un fichier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Onglet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Moteur d'IA et transcription intelligente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coeur fonctionnel de RADIORA: compréhension, adaptation et amélioration continue.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074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Adaptation au style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2212848"/>
            <a:ext cx="44805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L'IA apprend le lexique, les tournures et les préférences du radiologue à partir des modèles fournis.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074920" cy="1600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Compte-rendu type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82512" y="2212848"/>
            <a:ext cx="44805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 peut générer un modèle normal, puis l'ajuster quand des anomalies ou consignes spécifiques sont dictées.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5074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Détection intelligente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4315968"/>
            <a:ext cx="44805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Répétitions, mots épelés, noms propres, incohérences et corrections vocales sont interprétés avec finesse.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074920" cy="1600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Apprentissage continu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4315968"/>
            <a:ext cx="44805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chatbot d'entraînement permet d'affiner les performances et d'améliorer progressivement la qualité des comptes-rendus.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artificielle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Onglet Traitement de texte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Là où le texte transcrit devient un compte-rendu radiologique exploitable et conforme.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4864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Canevas structuré proposé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du patient (nom, prénom, âge)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l'examen remplie automatiquement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Numéro d'examen et type d'examen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Indication, technique, résultats, conclusion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du radiologue ajoutée automatiquement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4617720" cy="4343400"/>
          </a:xfrm>
          <a:prstGeom prst="rect">
            <a:avLst/>
          </a:prstGeom>
          <a:solidFill>
            <a:srgbClr val="DFF3F0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Actions disponibles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66560" y="2286000"/>
            <a:ext cx="3840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Corriger manuellement le texte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le compte-rendu avant diffusion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Insérer l'entête du service ou utiliser un modèle classique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Enregistrer comme brouillon ou générer la version finale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4892040"/>
            <a:ext cx="37490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modèles spécifiques peuvent aussi être importés pour des examens particuliers: mammographie, scannopelvimétrie, TAGT...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Onglet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Aperçu, validation et export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étape de contrôle indispensable avant impression, archivage ou envoi.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337560" cy="429768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Aperçu du document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6974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Visualiser le compte-rendu avant sauvegarde ou impression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 chaque fichier individuellement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Exiger la correction et la validation par le radiologue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37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Nommage intelligent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26517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titre du fichier reprend automatiquement: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du patient + type d'examen + numéro d'examen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Exemple: Oumy Diouf Scan Abdomen 01092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Exports prévus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4389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45920"/>
            <a:ext cx="3154680" cy="4297680"/>
          </a:xfrm>
          <a:prstGeom prst="rect">
            <a:avLst/>
          </a:prstGeom>
          <a:solidFill>
            <a:srgbClr val="FCECC8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0" y="2331720"/>
            <a:ext cx="24231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Sauvegarde séparée de chaque compte-rendu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Enregistrement dans un dossier local ou sur un drive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de regroupement de plusieurs comptes-rendus dans un seul fichier Word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Envoi sécurisé au patient et au médecin traitant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numérique maîtrisée, avec protection par mot de passe.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à renseigner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29260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du patient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Adresse email du patient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Adresse email du médecin traitant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naissance du patient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2788920" cy="4160520"/>
          </a:xfrm>
          <a:prstGeom prst="rect">
            <a:avLst/>
          </a:prstGeom>
          <a:solidFill>
            <a:srgbClr val="DFF3F0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 de passe automatique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8348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fichier envoyé peut être protégé par un code généré automatiquement à partir de la date de naissance du patient.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4297680"/>
            <a:ext cx="1783080" cy="50292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44622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Envoi protégé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691640"/>
            <a:ext cx="3429000" cy="416052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Valeur ajoutée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2423160"/>
            <a:ext cx="233172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Confidentialité renforcée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Transmission rapide des résultats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du partage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 moderne pour le patient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RADIORA est captivant et différenciant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proposition de valeur claire, concrète et adaptée aux besoins du terrain.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Rapidité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Moins de temps passé à saisir, plus de temps pour interpréter.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Comptes-rendus homogènes, structurés et relus avant validation.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737360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Mobilité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téléphone devient un micro intelligent grâce au QR code.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017520" cy="155448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Personnalisation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27939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Entêtes, signatures, modèles et style du radiologue pris en compte.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017520" cy="155448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Sécurité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427939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protégée des documents sensibles par mot de passe.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3749040"/>
            <a:ext cx="3017520" cy="1554480"/>
          </a:xfrm>
          <a:prstGeom prst="rect">
            <a:avLst/>
          </a:prstGeom>
          <a:solidFill>
            <a:srgbClr val="EAF4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Evolutivité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0" y="427939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d'entraînement et adaptation progressive de l'IA.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 ajoutée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Feuille de route fonctionnelle recommandée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manière simple de présenter la mise en oeuvre du site à des partenaires, développeurs ou investisseurs.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4592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830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Phasage conseillé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32320" y="2514600"/>
            <a:ext cx="32461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accès, profil et base documentaire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dictée mobile, upload audio et transcription 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édition avancée, aperçu, export et diffusion sécurisée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4: enrichissement progressif du chatbot d'entraînement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92640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7772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plateforme qui transforme la dictée radiologique en compte-rendu professionnel, structuré et partageable.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5895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présentation offre un aperçu exhaustif de l'expérience cible: connexion, profil, dictée, transcription IA, traitement du texte, validation, export et envoi sécurisé.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32520" y="1874520"/>
            <a:ext cx="2377440" cy="2377440"/>
          </a:xfrm>
          <a:prstGeom prst="roundRect">
            <a:avLst>
              <a:gd name="adj" fmla="val 2308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34272" y="22402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Prêt 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moderniser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compte-rendu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radiologique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080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de concept - RADIORA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RADIORA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RADIORA - Présentation du site</dc:title>
  <dc:subject>Présentation fonctionnelle de la plateforme RADIORA</dc:subject>
  <dc:creator>OpenAI</dc:creator>
  <cp:lastModifiedBy>OpenAI</cp:lastModifiedBy>
  <cp:revision>1</cp:revision>
  <dcterms:created xsi:type="dcterms:W3CDTF">2026-06-28T15:02:41Z</dcterms:created>
  <dcterms:modified xsi:type="dcterms:W3CDTF">2026-06-28T15:02:41Z</dcterms:modified>
</cp:coreProperties>
</file>